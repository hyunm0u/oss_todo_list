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총점(30점 만점)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B1F4D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긴급도 기반 오늘의 TOP 3</c:v>
                </c:pt>
                <c:pt idx="1">
                  <c:v>D-Day 기반 자동 우선순위</c:v>
                </c:pt>
                <c:pt idx="2">
                  <c:v>미완료 항목 자동 재배치</c:v>
                </c:pt>
                <c:pt idx="3">
                  <c:v>자주 미루는 과목 경고</c:v>
                </c:pt>
                <c:pt idx="4">
                  <c:v>미루기 방지 색상 시스템</c:v>
                </c:pt>
                <c:pt idx="5">
                  <c:v>완료율 기반 메시지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26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22-4E29-966A-7101B10D83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00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8229600" y="15544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6306A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26974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269748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641080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선형대수학 과제 제출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E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· 오늘 23:59까지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300000">
            <a:off x="8229600" y="38862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630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OSS TERM PROJECT · 저희 이름 뭐하조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미루기 방지 적응형(Adaptive) 학습 To-Do List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마감일·중요도·미룬 횟수에 따라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‘오늘 할 일’의 우선순위가 스스로 바뀌는 To-Do 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983480"/>
            <a:ext cx="6766560" cy="0"/>
          </a:xfrm>
          <a:prstGeom prst="line">
            <a:avLst/>
          </a:prstGeom>
          <a:noFill/>
          <a:ln w="12700">
            <a:solidFill>
              <a:srgbClr val="2A46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이욱현      ·      </a:t>
            </a:r>
            <a:r>
              <a:rPr lang="ko-KR" altLang="en-US" sz="140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r>
              <a:rPr lang="en-US" sz="1400" dirty="0" err="1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강현</a:t>
            </a:r>
            <a:r>
              <a:rPr lang="en-US" sz="140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·      강한웅      ·      정현준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19568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동기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9568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To-Do의 한계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7340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26426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426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시스템 + 레퍼런스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198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33284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&amp; 기능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3284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적응형 컨셉과 핵심 기능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056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40142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Git · 역할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0142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과정과 역할 분담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9202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65392" y="20482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22592" y="19568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19568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6060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65392" y="27340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22592" y="264261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26426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방향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동기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To-Do · 플래너의 한계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669280" cy="3383280"/>
          </a:xfrm>
          <a:prstGeom prst="roundRect">
            <a:avLst>
              <a:gd name="adj" fmla="val 1622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4261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할 일을 똑같이 나열 → 우선순위 판단은 온전히 사용자 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924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355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막상 열면 "무엇부터 해야 하지?"가 막막함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4223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10565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입력과 잦은 알림으로 인한 피로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855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미룬 일이 계속 방치되어 일정 전체가 무너짐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2331720"/>
            <a:ext cx="4892040" cy="3383280"/>
          </a:xfrm>
          <a:prstGeom prst="roundRect">
            <a:avLst>
              <a:gd name="adj" fmla="val 1622"/>
            </a:avLst>
          </a:prstGeom>
          <a:solidFill>
            <a:srgbClr val="0B1F4D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 우리의 질문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320040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과제·시험에 쫓기는 학생을 위해,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‘지금 무엇을 먼저 해야 하는지’를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상황에 맞춰 대신 판단해주면?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사용자: 과제·시험 기간의 학생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ADAPTIVENESS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Adaptiveness — 적응형 시스템이란?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사용자·맥락·상황에 따라 인터페이스와 동작이 동적으로 변하는 시스템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420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정적(Static)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사용자에게 동일한 화면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일은 입력 순서대로 고정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상황이 바뀌어도 그대로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237744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0B1F4D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5420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적응형(Adaptive) UI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3017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상황·행동에 따라 화면이 달라짐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긴급한 일정은 강조·상단 배치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완료율에 따라 추천이 변화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EAF1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— 일상 속 적응형 사례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내비게이션</a:t>
            </a: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실시간 교통에 따라 경로 재안내      </a:t>
            </a:r>
            <a:r>
              <a:rPr lang="en-US" sz="1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추천</a:t>
            </a: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시청 패턴에 따라 추천 목록 변화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 시 적응형 UI / Context-aware Computing 관련 학술 레퍼런스 1건 추가 권장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— 우리 팀의 Adaptiveness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0B1F4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1887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"사용자의 마감일·중요도·미룬 횟수를 기반으로 오늘의 작업 우선순위를 자동 조정한다"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880360"/>
            <a:ext cx="100584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26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변화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266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· 마감 D-Day · 완료율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472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기간엔 공부 일정을 상단에, 마감 임박은 색상 강조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880360"/>
            <a:ext cx="100584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026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0266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 · 중요도 · 미룬 횟수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34472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기반 ‘오늘의 TOP 3’ 자동 추천·정렬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43400"/>
            <a:ext cx="100584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반영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89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패턴 · 미룬 횟수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9103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반복해서 미룬 항목은 경고를 강화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434340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4343400"/>
            <a:ext cx="100584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동기부여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489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완료율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9103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완료율에 따라 칭찬·격려 메시지를 AI가 생성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기존 체크리스트와 달리, 사용자의 행동 패턴에 따라 화면 자체가 변합니다.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아이디어 평가로 선정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후보를 6개 기준(Adaptiveness 명확성·구현 가능성·창의성·사용자 가치·발표 설득력·역할 분담)으로 평가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286000"/>
          <a:ext cx="7680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2468880"/>
            <a:ext cx="2926080" cy="3657600"/>
          </a:xfrm>
          <a:prstGeom prst="roundRect">
            <a:avLst>
              <a:gd name="adj" fmla="val 1875"/>
            </a:avLst>
          </a:prstGeom>
          <a:solidFill>
            <a:srgbClr val="0B1F4D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696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결과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69680" y="30632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기능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기반 오늘의 TOP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핵심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자동 우선순위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재배치 · 미룸 경고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미루기 방지 색상 시스템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9D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 기반 메시지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 &amp; 기술 스택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컨셉·기능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9192" y="210312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103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4952" y="2286000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04495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9232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Stitch 디자인 목업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1184" y="210312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84064" y="2103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66944" y="2286000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26694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21224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앱 구현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210312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06056" y="2103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88936" y="2286000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43216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연동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45168" y="210312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28048" y="2103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0B1F4D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10928" y="2286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7109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65208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· 검증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1911096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4340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79776" y="4343400"/>
            <a:ext cx="1435608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434340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43984" y="4343400"/>
            <a:ext cx="2386584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434340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59168" y="4343400"/>
            <a:ext cx="2386584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434340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029200"/>
            <a:ext cx="2980944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0292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Express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49624" y="502920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9624" y="5029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프런트엔드(React)와 AI 서버(Express)를 분리. AI 서버는 OpenAI API 호출 또는 로컬 fallback 메시지를 처리.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COLLABORATION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기반 협업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· 원격 저장소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6700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작업과 GitHub 원격 저장소를 함께 활용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240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분리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6700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 · HTML병합 · SRC폴더화 등 기능별 브랜치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86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기반 병합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315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Pull Request로 리뷰 후 main에 병합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93192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886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있는 커밋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315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 · fix · style · docs 컨벤션 적용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B1F4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532120"/>
            <a:ext cx="11887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버전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tag  v1.3.1</a:t>
            </a:r>
            <a:r>
              <a:rPr lang="en-US" sz="14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으로 표시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역할 분담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06040"/>
            <a:ext cx="1005840" cy="1005840"/>
          </a:xfrm>
          <a:prstGeom prst="ellipse">
            <a:avLst/>
          </a:prstGeom>
          <a:solidFill>
            <a:srgbClr val="0B1F4D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욱현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이욱현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668780" y="429768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34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총괄 · 적응형 로직 설계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2606040"/>
            <a:ext cx="1005840" cy="1005840"/>
          </a:xfrm>
          <a:prstGeom prst="ellipse">
            <a:avLst/>
          </a:prstGeom>
          <a:solidFill>
            <a:srgbClr val="0B1F4D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332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9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r>
              <a:rPr lang="en-US" sz="1900" b="1" dirty="0" err="1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강현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49140" y="429768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4434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관리 · 시스템 구조 · 발표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46620" y="2606040"/>
            <a:ext cx="1005840" cy="1005840"/>
          </a:xfrm>
          <a:prstGeom prst="ellipse">
            <a:avLst/>
          </a:prstGeom>
          <a:solidFill>
            <a:srgbClr val="0B1F4D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836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강한웅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29500" y="429768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34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</a:t>
            </a:r>
            <a:r>
              <a:rPr lang="en-US" sz="12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altLang="ko-KR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PPT</a:t>
            </a:r>
            <a:r>
              <a:rPr lang="ko-KR" alt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제작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81160" y="21945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6980" y="2606040"/>
            <a:ext cx="1005840" cy="1005840"/>
          </a:xfrm>
          <a:prstGeom prst="ellipse">
            <a:avLst/>
          </a:prstGeom>
          <a:solidFill>
            <a:srgbClr val="0B1F4D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698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현준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6404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정현준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309860" y="429768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4434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altLang="ko-KR" sz="12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altLang="ko-KR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altLang="ko-KR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2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통합 (Git)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AI USAGE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— 키 프롬프트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UI는 Stitch, 동기부여 메시지는 OpenAI API로 생성했습니다. (Stitch 결과 = 앱 전체 화면, Demo 참고)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812280" cy="2788920"/>
          </a:xfrm>
          <a:prstGeom prst="roundRect">
            <a:avLst>
              <a:gd name="adj" fmla="val 196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957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Stitch</a:t>
            </a:r>
            <a:r>
              <a:rPr lang="en-US" sz="12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UI 디자인 화면 생성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6309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홈·구조 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시급한 일 상단 + 위험도 색상, 통일 FAB, 4탭 네비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동적 표시, 지난날/실패 색 구분, 연·월 퀵 셀렉터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일정·카테고리 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Win11풍 커스텀 피커, 카테고리 개인화, 선택 시 수정 아이콘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설정·통계 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시간대/카테고리별 알림 제어, 실패 원인 분석, 핵심 설정만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 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390×810 모바일 최적화, 모달 레이어 충돌 해결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35240" y="2240280"/>
            <a:ext cx="3886200" cy="2788920"/>
          </a:xfrm>
          <a:prstGeom prst="roundRect">
            <a:avLst>
              <a:gd name="adj" fmla="val 1967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0956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동기부여 · 분석 메시지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09560" y="3200400"/>
            <a:ext cx="3337560" cy="169164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331012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"할 일 목록을 분석해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요약·추천·동기부여 한 문장을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30글자 이내로 만들어서 띄워줘"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230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동기부여 메시지 — 실제 결과 화면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5541264"/>
            <a:ext cx="10917936" cy="68799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pic>
        <p:nvPicPr>
          <p:cNvPr id="15" name="Image 0" descr="/mnt/user-data/outputs/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59552"/>
            <a:ext cx="10881360" cy="6514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5653197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 — 오늘의 학습 흐름 · AI 분석/추천 · 진행 현황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2000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</a:rPr>
              <a:t>Demo </a:t>
            </a:r>
            <a:r>
              <a:rPr lang="ko-KR" alt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</a:rPr>
              <a:t>주요기능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35240" y="24688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24414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동기부여 — 맞춤 메시지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35240" y="3127248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83880" y="3099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추가/수정 (마감일·중요도)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635240" y="3785616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83880" y="37581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— 날짜별 동적 표시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635240" y="4443984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5"/>
          <p:cNvSpPr/>
          <p:nvPr/>
        </p:nvSpPr>
        <p:spPr>
          <a:xfrm>
            <a:off x="76352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83880" y="44165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+ 오늘의 TOP 3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635240" y="5102352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/>
          <p:nvPr/>
        </p:nvSpPr>
        <p:spPr>
          <a:xfrm>
            <a:off x="763524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83880" y="5074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— 다크모드 전환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635240" y="5806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7279F88-44E5-404A-8DB4-ADED4EFD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887"/>
            <a:ext cx="5575190" cy="3969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100584" cy="1554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591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데이터 기반 고도화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우선순위를 실제 사용 패턴 학습으로 발전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103120"/>
            <a:ext cx="100584" cy="1554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591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캘린더 연동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 등과 일정 동기화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100584" cy="1554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422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앱(PWA)화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6360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 설치형 앱처럼 사용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6F8FC"/>
          </a:solidFill>
          <a:ln/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886200"/>
            <a:ext cx="100584" cy="1554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422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개인화 · 날씨 연동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6360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시간대·상황·날씨를 반영한 스마트 알림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8595360" y="13716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 rot="300000">
            <a:off x="8732520" y="448056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16306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들어주셔서 감사합니다.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StudyFlow · 저희 이름 뭐하조      이욱현 · </a:t>
            </a:r>
            <a:r>
              <a:rPr lang="ko-KR" altLang="en-US" sz="13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r>
              <a:rPr lang="en-US" sz="1300" dirty="0" err="1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강현</a:t>
            </a:r>
            <a:r>
              <a:rPr lang="en-US" sz="1300" dirty="0">
                <a:solidFill>
                  <a:srgbClr val="C7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강한웅 · 정현준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905</Words>
  <Application>Microsoft Office PowerPoint</Application>
  <PresentationFormat>와이드스크린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StudyFlow</dc:title>
  <dc:subject>PptxGenJS Presentation</dc:subject>
  <dc:creator>뭐하조</dc:creator>
  <cp:lastModifiedBy>한웅 강</cp:lastModifiedBy>
  <cp:revision>9</cp:revision>
  <dcterms:created xsi:type="dcterms:W3CDTF">2026-06-10T00:23:35Z</dcterms:created>
  <dcterms:modified xsi:type="dcterms:W3CDTF">2026-06-10T00:58:42Z</dcterms:modified>
</cp:coreProperties>
</file>